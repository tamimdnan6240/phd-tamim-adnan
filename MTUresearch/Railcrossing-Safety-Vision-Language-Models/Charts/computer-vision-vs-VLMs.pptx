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438912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15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2394374"/>
            <a:ext cx="32918400" cy="5093547"/>
          </a:xfrm>
        </p:spPr>
        <p:txBody>
          <a:bodyPr anchor="b"/>
          <a:lstStyle>
            <a:lvl1pPr algn="ctr"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7684348"/>
            <a:ext cx="32918400" cy="3532292"/>
          </a:xfrm>
        </p:spPr>
        <p:txBody>
          <a:bodyPr/>
          <a:lstStyle>
            <a:lvl1pPr marL="0" indent="0" algn="ctr">
              <a:buNone/>
              <a:defRPr sz="5120"/>
            </a:lvl1pPr>
            <a:lvl2pPr marL="975345" indent="0" algn="ctr">
              <a:buNone/>
              <a:defRPr sz="4267"/>
            </a:lvl2pPr>
            <a:lvl3pPr marL="1950690" indent="0" algn="ctr">
              <a:buNone/>
              <a:defRPr sz="3840"/>
            </a:lvl3pPr>
            <a:lvl4pPr marL="2926034" indent="0" algn="ctr">
              <a:buNone/>
              <a:defRPr sz="3413"/>
            </a:lvl4pPr>
            <a:lvl5pPr marL="3901379" indent="0" algn="ctr">
              <a:buNone/>
              <a:defRPr sz="3413"/>
            </a:lvl5pPr>
            <a:lvl6pPr marL="4876724" indent="0" algn="ctr">
              <a:buNone/>
              <a:defRPr sz="3413"/>
            </a:lvl6pPr>
            <a:lvl7pPr marL="5852069" indent="0" algn="ctr">
              <a:buNone/>
              <a:defRPr sz="3413"/>
            </a:lvl7pPr>
            <a:lvl8pPr marL="6827413" indent="0" algn="ctr">
              <a:buNone/>
              <a:defRPr sz="3413"/>
            </a:lvl8pPr>
            <a:lvl9pPr marL="7802758" indent="0" algn="ctr">
              <a:buNone/>
              <a:defRPr sz="34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6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2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3647442"/>
            <a:ext cx="37856160" cy="6085839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9790855"/>
            <a:ext cx="37856160" cy="3200399"/>
          </a:xfrm>
        </p:spPr>
        <p:txBody>
          <a:bodyPr/>
          <a:lstStyle>
            <a:lvl1pPr marL="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1pPr>
            <a:lvl2pPr marL="975345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2pPr>
            <a:lvl3pPr marL="195069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3pPr>
            <a:lvl4pPr marL="2926034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4pPr>
            <a:lvl5pPr marL="3901379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5pPr>
            <a:lvl6pPr marL="4876724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6pPr>
            <a:lvl7pPr marL="5852069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7pPr>
            <a:lvl8pPr marL="6827413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8pPr>
            <a:lvl9pPr marL="7802758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3894667"/>
            <a:ext cx="1865376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3894667"/>
            <a:ext cx="1865376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38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778934"/>
            <a:ext cx="37856160" cy="28278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3586481"/>
            <a:ext cx="18568033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5344160"/>
            <a:ext cx="18568033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3586481"/>
            <a:ext cx="18659477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5344160"/>
            <a:ext cx="18659477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2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3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2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975360"/>
            <a:ext cx="14156053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2106508"/>
            <a:ext cx="22219920" cy="10397067"/>
          </a:xfrm>
        </p:spPr>
        <p:txBody>
          <a:bodyPr/>
          <a:lstStyle>
            <a:lvl1pPr>
              <a:defRPr sz="6827"/>
            </a:lvl1pPr>
            <a:lvl2pPr>
              <a:defRPr sz="5973"/>
            </a:lvl2pPr>
            <a:lvl3pPr>
              <a:defRPr sz="5120"/>
            </a:lvl3pPr>
            <a:lvl4pPr>
              <a:defRPr sz="4267"/>
            </a:lvl4pPr>
            <a:lvl5pPr>
              <a:defRPr sz="4267"/>
            </a:lvl5pPr>
            <a:lvl6pPr>
              <a:defRPr sz="4267"/>
            </a:lvl6pPr>
            <a:lvl7pPr>
              <a:defRPr sz="4267"/>
            </a:lvl7pPr>
            <a:lvl8pPr>
              <a:defRPr sz="4267"/>
            </a:lvl8pPr>
            <a:lvl9pPr>
              <a:defRPr sz="4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4389120"/>
            <a:ext cx="14156053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4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975360"/>
            <a:ext cx="14156053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2106508"/>
            <a:ext cx="22219920" cy="10397067"/>
          </a:xfrm>
        </p:spPr>
        <p:txBody>
          <a:bodyPr anchor="t"/>
          <a:lstStyle>
            <a:lvl1pPr marL="0" indent="0">
              <a:buNone/>
              <a:defRPr sz="6827"/>
            </a:lvl1pPr>
            <a:lvl2pPr marL="975345" indent="0">
              <a:buNone/>
              <a:defRPr sz="5973"/>
            </a:lvl2pPr>
            <a:lvl3pPr marL="1950690" indent="0">
              <a:buNone/>
              <a:defRPr sz="5120"/>
            </a:lvl3pPr>
            <a:lvl4pPr marL="2926034" indent="0">
              <a:buNone/>
              <a:defRPr sz="4267"/>
            </a:lvl4pPr>
            <a:lvl5pPr marL="3901379" indent="0">
              <a:buNone/>
              <a:defRPr sz="4267"/>
            </a:lvl5pPr>
            <a:lvl6pPr marL="4876724" indent="0">
              <a:buNone/>
              <a:defRPr sz="4267"/>
            </a:lvl6pPr>
            <a:lvl7pPr marL="5852069" indent="0">
              <a:buNone/>
              <a:defRPr sz="4267"/>
            </a:lvl7pPr>
            <a:lvl8pPr marL="6827413" indent="0">
              <a:buNone/>
              <a:defRPr sz="4267"/>
            </a:lvl8pPr>
            <a:lvl9pPr marL="7802758" indent="0">
              <a:buNone/>
              <a:defRPr sz="4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4389120"/>
            <a:ext cx="14156053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3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6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778933"/>
            <a:ext cx="9464040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778933"/>
            <a:ext cx="27843480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7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778934"/>
            <a:ext cx="3785616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3894667"/>
            <a:ext cx="3785616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13560215"/>
            <a:ext cx="98755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EA18D-1EBA-4AC7-9ED2-EBB463F1F9B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13560215"/>
            <a:ext cx="1481328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13560215"/>
            <a:ext cx="98755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19CA5-58C3-41D9-8519-E5873AAB3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3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950690" rtl="0" eaLnBrk="1" latinLnBrk="0" hangingPunct="1">
        <a:lnSpc>
          <a:spcPct val="90000"/>
        </a:lnSpc>
        <a:spcBef>
          <a:spcPct val="0"/>
        </a:spcBef>
        <a:buNone/>
        <a:defRPr sz="93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95069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301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2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41370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5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439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74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508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90430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69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603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37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72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206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7413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758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322788-D1BC-D8D4-DEB7-1EBEC1FB6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638"/>
            <a:ext cx="21945600" cy="12918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388DEC-F63F-8418-3EC1-F0BB564DE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8866" y="818148"/>
            <a:ext cx="21062334" cy="1239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7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tadnan</dc:creator>
  <cp:lastModifiedBy>tadnan</cp:lastModifiedBy>
  <cp:revision>19</cp:revision>
  <dcterms:created xsi:type="dcterms:W3CDTF">2026-08-20T22:19:02Z</dcterms:created>
  <dcterms:modified xsi:type="dcterms:W3CDTF">2026-08-23T16:03:24Z</dcterms:modified>
</cp:coreProperties>
</file>