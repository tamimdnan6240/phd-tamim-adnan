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99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93B4-3514-BB0F-4FEE-50ADB8137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909C8-42CF-9A57-96EF-14C912084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F011C-6147-CA7F-E16D-FACB4F4B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7DCC3-4E07-9D1B-3D1E-7801C142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C0E0-8632-5448-71EB-427D8381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4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9479-CAB7-58DD-2E10-32FC2B7B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0AC64-FC9C-2069-6B15-1C774F4D6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C6C7F-32A2-9BBE-31FA-27F19B2D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2F192-DBAF-8795-C0C3-D10B4AF8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B8AE8-B17B-491B-F80D-4B348DA6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4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9600-1604-058D-1204-3001997A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2681A-E792-EB72-90FD-C629D0939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00CD-C84F-2DBD-D81F-B63AED35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6F325-889A-421C-9973-29847317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EF904-28F0-76A2-F794-9A31413F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9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3803-D2EE-C725-C980-1B5C7C24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E43A-2B1E-7C13-41F6-F542A46CC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128B1-6D59-4FAE-AB63-1D8A94E0A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BD7BC-BB29-0E0F-9948-DD1831A4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078B8-8D13-77DC-E8E1-C19903B23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88CC2-6449-3ED7-D57F-36782FD8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E1F1-5834-BC0D-3680-5FB240AB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C1A47-BD28-8C22-4619-378C3478F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13EAD-6F33-F6EF-A5CA-3240BCED4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B52FD0-90E4-2BA1-4B33-C0252AABD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AEBD0-22A9-7B40-E105-3A60F7A6C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EFB9A-C071-C265-17C8-2EE4F753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09891-9A74-E686-35EB-79536C1A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09DCC-A402-F791-3A2B-30BFDD09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2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011B7-620C-1265-641B-D4D2EBB1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44458-628C-017B-65FD-A1902C3E4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0F40E-F50E-99D5-3E80-DE90BABE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D65C6-CAE4-2A68-DFE7-1D80256C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6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F29B6-69E6-681F-6D52-B7ABE1C6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F3FD2-75BE-6BA7-048E-93422B80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84F5-7EE0-0106-0CF3-043807AF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08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C730-9049-AE47-44CD-6CACCB3CD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CBA1-D0C6-B424-AF72-078F2DC46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F1C91-6260-518B-FD6B-47AB742C7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54403-E971-72CB-745B-AE6C2B4F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6A50C-1162-D3BE-0055-ED6969FE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88ADA-C23D-5F40-3D89-D20F2CE4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7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430F-180F-CC15-F64A-92C6BD942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7D74C-3BF6-7060-6C91-3112190CA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21B8A-3686-6C64-E937-3DCE7079C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35247-620D-8D6D-06D7-1F9D39B2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4CCDB-8EF3-F735-18BE-1D3A6D29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8BD34-0492-E017-9D06-3FE75FFA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7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B9911-70F1-24F5-940A-0897CDE0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9F1F3-7130-EB41-0E1A-9F9B50370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8238D-D693-659D-1C36-2E9CEE56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5A25D-4305-64C9-E3BB-E8C980A0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DC7E9-6048-CAA6-7BB7-A12B0585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0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9C3C2-886E-1157-6B7C-4825D025A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F6ECE-E2FD-9DA8-17CD-BE6EEBD1B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25E4D-8662-DA91-EE33-1AE4F84C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788D6-6871-D637-F2BF-CD1E0CD6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7AD4-7FBF-7888-4BFF-1F84C30C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7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11461-4F7A-A4DE-206A-00FA4E501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1950D-3FA2-A97F-3E82-3874C1E00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E9089-5E72-2D65-2F81-368525016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2EB2C-690C-4D3E-BBBA-05206844A25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322D1-588B-C453-CC54-BE55820EB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7B5B6-1D67-369E-9E5C-CF6AFD856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ED3CB-5D81-49C1-8EA6-1290A5932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1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F089-4547-B7CB-C66A-18CA7255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43F44-1C1B-B843-FD81-0B120640B9D2}"/>
              </a:ext>
            </a:extLst>
          </p:cNvPr>
          <p:cNvSpPr txBox="1"/>
          <p:nvPr/>
        </p:nvSpPr>
        <p:spPr>
          <a:xfrm>
            <a:off x="2733524" y="125790"/>
            <a:ext cx="574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Classification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89E435-0224-B225-D135-7C0DB008EAF5}"/>
              </a:ext>
            </a:extLst>
          </p:cNvPr>
          <p:cNvGraphicFramePr>
            <a:graphicFrameLocks noGrp="1"/>
          </p:cNvGraphicFramePr>
          <p:nvPr/>
        </p:nvGraphicFramePr>
        <p:xfrm>
          <a:off x="537029" y="719666"/>
          <a:ext cx="10440610" cy="3085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612">
                  <a:extLst>
                    <a:ext uri="{9D8B030D-6E8A-4147-A177-3AD203B41FA5}">
                      <a16:colId xmlns:a16="http://schemas.microsoft.com/office/drawing/2014/main" val="2546822664"/>
                    </a:ext>
                  </a:extLst>
                </a:gridCol>
                <a:gridCol w="1792948">
                  <a:extLst>
                    <a:ext uri="{9D8B030D-6E8A-4147-A177-3AD203B41FA5}">
                      <a16:colId xmlns:a16="http://schemas.microsoft.com/office/drawing/2014/main" val="704457318"/>
                    </a:ext>
                  </a:extLst>
                </a:gridCol>
                <a:gridCol w="1730969">
                  <a:extLst>
                    <a:ext uri="{9D8B030D-6E8A-4147-A177-3AD203B41FA5}">
                      <a16:colId xmlns:a16="http://schemas.microsoft.com/office/drawing/2014/main" val="1896306569"/>
                    </a:ext>
                  </a:extLst>
                </a:gridCol>
                <a:gridCol w="1450145">
                  <a:extLst>
                    <a:ext uri="{9D8B030D-6E8A-4147-A177-3AD203B41FA5}">
                      <a16:colId xmlns:a16="http://schemas.microsoft.com/office/drawing/2014/main" val="3148142757"/>
                    </a:ext>
                  </a:extLst>
                </a:gridCol>
                <a:gridCol w="1765968">
                  <a:extLst>
                    <a:ext uri="{9D8B030D-6E8A-4147-A177-3AD203B41FA5}">
                      <a16:colId xmlns:a16="http://schemas.microsoft.com/office/drawing/2014/main" val="667564173"/>
                    </a:ext>
                  </a:extLst>
                </a:gridCol>
                <a:gridCol w="1765968">
                  <a:extLst>
                    <a:ext uri="{9D8B030D-6E8A-4147-A177-3AD203B41FA5}">
                      <a16:colId xmlns:a16="http://schemas.microsoft.com/office/drawing/2014/main" val="3363503390"/>
                    </a:ext>
                  </a:extLst>
                </a:gridCol>
              </a:tblGrid>
              <a:tr h="674453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613153"/>
                  </a:ext>
                </a:extLst>
              </a:tr>
              <a:tr h="67445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Gemini-3.5-Flash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831625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711174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Claude-Sonnet-5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185992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678363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568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88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20E7CE-0BA4-7E45-9B63-747E479ABB88}"/>
              </a:ext>
            </a:extLst>
          </p:cNvPr>
          <p:cNvSpPr txBox="1"/>
          <p:nvPr/>
        </p:nvSpPr>
        <p:spPr>
          <a:xfrm>
            <a:off x="2733524" y="125790"/>
            <a:ext cx="574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Vehicle-type Classification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E88168-4BB5-F882-E2FB-BD3D761FC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14356"/>
              </p:ext>
            </p:extLst>
          </p:nvPr>
        </p:nvGraphicFramePr>
        <p:xfrm>
          <a:off x="537029" y="719666"/>
          <a:ext cx="10440610" cy="2844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612">
                  <a:extLst>
                    <a:ext uri="{9D8B030D-6E8A-4147-A177-3AD203B41FA5}">
                      <a16:colId xmlns:a16="http://schemas.microsoft.com/office/drawing/2014/main" val="2546822664"/>
                    </a:ext>
                  </a:extLst>
                </a:gridCol>
                <a:gridCol w="1792948">
                  <a:extLst>
                    <a:ext uri="{9D8B030D-6E8A-4147-A177-3AD203B41FA5}">
                      <a16:colId xmlns:a16="http://schemas.microsoft.com/office/drawing/2014/main" val="704457318"/>
                    </a:ext>
                  </a:extLst>
                </a:gridCol>
                <a:gridCol w="1730969">
                  <a:extLst>
                    <a:ext uri="{9D8B030D-6E8A-4147-A177-3AD203B41FA5}">
                      <a16:colId xmlns:a16="http://schemas.microsoft.com/office/drawing/2014/main" val="1896306569"/>
                    </a:ext>
                  </a:extLst>
                </a:gridCol>
                <a:gridCol w="1450145">
                  <a:extLst>
                    <a:ext uri="{9D8B030D-6E8A-4147-A177-3AD203B41FA5}">
                      <a16:colId xmlns:a16="http://schemas.microsoft.com/office/drawing/2014/main" val="3148142757"/>
                    </a:ext>
                  </a:extLst>
                </a:gridCol>
                <a:gridCol w="1765968">
                  <a:extLst>
                    <a:ext uri="{9D8B030D-6E8A-4147-A177-3AD203B41FA5}">
                      <a16:colId xmlns:a16="http://schemas.microsoft.com/office/drawing/2014/main" val="667564173"/>
                    </a:ext>
                  </a:extLst>
                </a:gridCol>
                <a:gridCol w="1765968">
                  <a:extLst>
                    <a:ext uri="{9D8B030D-6E8A-4147-A177-3AD203B41FA5}">
                      <a16:colId xmlns:a16="http://schemas.microsoft.com/office/drawing/2014/main" val="3363503390"/>
                    </a:ext>
                  </a:extLst>
                </a:gridCol>
              </a:tblGrid>
              <a:tr h="674453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613153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Claude-Sonnet-5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185992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Gemini-3.5-Flash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309102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675696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678363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568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54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27080-E004-1615-E849-814B429C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3C13C9-63C0-AF73-CE74-D1311FC84B80}"/>
              </a:ext>
            </a:extLst>
          </p:cNvPr>
          <p:cNvSpPr txBox="1"/>
          <p:nvPr/>
        </p:nvSpPr>
        <p:spPr>
          <a:xfrm>
            <a:off x="2733524" y="125790"/>
            <a:ext cx="574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Multi-Count Classification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420C07-C822-6665-AAE8-3165E4875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906489"/>
              </p:ext>
            </p:extLst>
          </p:nvPr>
        </p:nvGraphicFramePr>
        <p:xfrm>
          <a:off x="537029" y="719666"/>
          <a:ext cx="10440610" cy="2844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612">
                  <a:extLst>
                    <a:ext uri="{9D8B030D-6E8A-4147-A177-3AD203B41FA5}">
                      <a16:colId xmlns:a16="http://schemas.microsoft.com/office/drawing/2014/main" val="2546822664"/>
                    </a:ext>
                  </a:extLst>
                </a:gridCol>
                <a:gridCol w="1792948">
                  <a:extLst>
                    <a:ext uri="{9D8B030D-6E8A-4147-A177-3AD203B41FA5}">
                      <a16:colId xmlns:a16="http://schemas.microsoft.com/office/drawing/2014/main" val="704457318"/>
                    </a:ext>
                  </a:extLst>
                </a:gridCol>
                <a:gridCol w="1730969">
                  <a:extLst>
                    <a:ext uri="{9D8B030D-6E8A-4147-A177-3AD203B41FA5}">
                      <a16:colId xmlns:a16="http://schemas.microsoft.com/office/drawing/2014/main" val="1896306569"/>
                    </a:ext>
                  </a:extLst>
                </a:gridCol>
                <a:gridCol w="1450145">
                  <a:extLst>
                    <a:ext uri="{9D8B030D-6E8A-4147-A177-3AD203B41FA5}">
                      <a16:colId xmlns:a16="http://schemas.microsoft.com/office/drawing/2014/main" val="3148142757"/>
                    </a:ext>
                  </a:extLst>
                </a:gridCol>
                <a:gridCol w="1765968">
                  <a:extLst>
                    <a:ext uri="{9D8B030D-6E8A-4147-A177-3AD203B41FA5}">
                      <a16:colId xmlns:a16="http://schemas.microsoft.com/office/drawing/2014/main" val="667564173"/>
                    </a:ext>
                  </a:extLst>
                </a:gridCol>
                <a:gridCol w="1765968">
                  <a:extLst>
                    <a:ext uri="{9D8B030D-6E8A-4147-A177-3AD203B41FA5}">
                      <a16:colId xmlns:a16="http://schemas.microsoft.com/office/drawing/2014/main" val="3363503390"/>
                    </a:ext>
                  </a:extLst>
                </a:gridCol>
              </a:tblGrid>
              <a:tr h="674453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613153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Claude-Sonnet-5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185992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Gemini-3.5-Flash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309102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675696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678363"/>
                  </a:ext>
                </a:extLst>
              </a:tr>
              <a:tr h="434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568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416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126</Words>
  <Application>Microsoft Office PowerPoint</Application>
  <PresentationFormat>Widescreen</PresentationFormat>
  <Paragraphs>111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tadnan</dc:creator>
  <cp:lastModifiedBy>tadnan</cp:lastModifiedBy>
  <cp:revision>34</cp:revision>
  <dcterms:created xsi:type="dcterms:W3CDTF">2026-08-15T16:30:50Z</dcterms:created>
  <dcterms:modified xsi:type="dcterms:W3CDTF">2026-08-20T22:18:39Z</dcterms:modified>
</cp:coreProperties>
</file>