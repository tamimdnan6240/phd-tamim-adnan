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8288000" cy="1463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13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394374"/>
            <a:ext cx="15544800" cy="5093547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7684348"/>
            <a:ext cx="13716000" cy="3532292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3301-2A5F-43BB-97BF-3C1761B7095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A117-3738-4ABB-8732-CDDA7998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84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3301-2A5F-43BB-97BF-3C1761B7095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A117-3738-4ABB-8732-CDDA7998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146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3647444"/>
            <a:ext cx="15773400" cy="6085839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9790858"/>
            <a:ext cx="15773400" cy="3200399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3301-2A5F-43BB-97BF-3C1761B7095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A117-3738-4ABB-8732-CDDA7998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28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3894667"/>
            <a:ext cx="7772400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3894667"/>
            <a:ext cx="7772400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3301-2A5F-43BB-97BF-3C1761B7095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A117-3738-4ABB-8732-CDDA7998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82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778936"/>
            <a:ext cx="15773400" cy="28278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3586481"/>
            <a:ext cx="7736680" cy="175767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5344160"/>
            <a:ext cx="7736680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3586481"/>
            <a:ext cx="7774782" cy="175767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5344160"/>
            <a:ext cx="7774782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3301-2A5F-43BB-97BF-3C1761B7095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A117-3738-4ABB-8732-CDDA7998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52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3301-2A5F-43BB-97BF-3C1761B7095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A117-3738-4ABB-8732-CDDA7998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94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3301-2A5F-43BB-97BF-3C1761B7095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A117-3738-4ABB-8732-CDDA7998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5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75360"/>
            <a:ext cx="5898356" cy="341376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2106510"/>
            <a:ext cx="9258300" cy="10397067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389120"/>
            <a:ext cx="5898356" cy="8131388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3301-2A5F-43BB-97BF-3C1761B7095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A117-3738-4ABB-8732-CDDA7998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56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75360"/>
            <a:ext cx="5898356" cy="341376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2106510"/>
            <a:ext cx="9258300" cy="10397067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389120"/>
            <a:ext cx="5898356" cy="8131388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3301-2A5F-43BB-97BF-3C1761B7095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A117-3738-4ABB-8732-CDDA7998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35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3301-2A5F-43BB-97BF-3C1761B7095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A117-3738-4ABB-8732-CDDA7998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76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778933"/>
            <a:ext cx="3943350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778933"/>
            <a:ext cx="11601450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3301-2A5F-43BB-97BF-3C1761B7095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A117-3738-4ABB-8732-CDDA7998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27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778936"/>
            <a:ext cx="15773400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3894667"/>
            <a:ext cx="15773400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3560217"/>
            <a:ext cx="411480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03301-2A5F-43BB-97BF-3C1761B7095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3560217"/>
            <a:ext cx="617220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3560217"/>
            <a:ext cx="411480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3A117-3738-4ABB-8732-CDDA7998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5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1A78876-A557-6E0F-0D88-5F02BD0FE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6853" y="0"/>
            <a:ext cx="9161147" cy="71025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27AE7F-C958-F303-7510-20BC336C2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866" y="7381696"/>
            <a:ext cx="8378206" cy="67437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79AA05-7388-E0E7-1A5E-884F9BBA4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706747" cy="69231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92AE387-B014-D2C1-84D9-7BD00ACB7C88}"/>
              </a:ext>
            </a:extLst>
          </p:cNvPr>
          <p:cNvSpPr txBox="1"/>
          <p:nvPr/>
        </p:nvSpPr>
        <p:spPr>
          <a:xfrm>
            <a:off x="3926109" y="7022811"/>
            <a:ext cx="2109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1D204E-930E-5E02-A861-BC9EF2A1A047}"/>
              </a:ext>
            </a:extLst>
          </p:cNvPr>
          <p:cNvSpPr txBox="1"/>
          <p:nvPr/>
        </p:nvSpPr>
        <p:spPr>
          <a:xfrm>
            <a:off x="14097000" y="7022812"/>
            <a:ext cx="2109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CB6078-82C3-420E-E7D9-4FDE08A7D83F}"/>
              </a:ext>
            </a:extLst>
          </p:cNvPr>
          <p:cNvSpPr txBox="1"/>
          <p:nvPr/>
        </p:nvSpPr>
        <p:spPr>
          <a:xfrm>
            <a:off x="9580417" y="13983280"/>
            <a:ext cx="2109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</a:t>
            </a:r>
          </a:p>
        </p:txBody>
      </p:sp>
    </p:spTree>
    <p:extLst>
      <p:ext uri="{BB962C8B-B14F-4D97-AF65-F5344CB8AC3E}">
        <p14:creationId xmlns:p14="http://schemas.microsoft.com/office/powerpoint/2010/main" val="246125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6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tadnan</dc:creator>
  <cp:lastModifiedBy>tadnan</cp:lastModifiedBy>
  <cp:revision>15</cp:revision>
  <dcterms:created xsi:type="dcterms:W3CDTF">2026-08-22T22:13:48Z</dcterms:created>
  <dcterms:modified xsi:type="dcterms:W3CDTF">2026-08-22T22:32:38Z</dcterms:modified>
</cp:coreProperties>
</file>