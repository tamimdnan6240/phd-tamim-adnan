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7" r:id="rId2"/>
  </p:sldIdLst>
  <p:sldSz cx="128016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1510" y="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FD01D-903F-4CA0-BA74-E63513479D5D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1143000"/>
            <a:ext cx="215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4BC17-41E8-4BD1-8861-019F81FD64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27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9362" rtl="0" eaLnBrk="1" latinLnBrk="0" hangingPunct="1">
      <a:defRPr sz="1705" kern="1200">
        <a:solidFill>
          <a:schemeClr val="tx1"/>
        </a:solidFill>
        <a:latin typeface="+mn-lt"/>
        <a:ea typeface="+mn-ea"/>
        <a:cs typeface="+mn-cs"/>
      </a:defRPr>
    </a:lvl1pPr>
    <a:lvl2pPr marL="649681" algn="l" defTabSz="1299362" rtl="0" eaLnBrk="1" latinLnBrk="0" hangingPunct="1">
      <a:defRPr sz="1705" kern="1200">
        <a:solidFill>
          <a:schemeClr val="tx1"/>
        </a:solidFill>
        <a:latin typeface="+mn-lt"/>
        <a:ea typeface="+mn-ea"/>
        <a:cs typeface="+mn-cs"/>
      </a:defRPr>
    </a:lvl2pPr>
    <a:lvl3pPr marL="1299362" algn="l" defTabSz="1299362" rtl="0" eaLnBrk="1" latinLnBrk="0" hangingPunct="1">
      <a:defRPr sz="1705" kern="1200">
        <a:solidFill>
          <a:schemeClr val="tx1"/>
        </a:solidFill>
        <a:latin typeface="+mn-lt"/>
        <a:ea typeface="+mn-ea"/>
        <a:cs typeface="+mn-cs"/>
      </a:defRPr>
    </a:lvl3pPr>
    <a:lvl4pPr marL="1949044" algn="l" defTabSz="1299362" rtl="0" eaLnBrk="1" latinLnBrk="0" hangingPunct="1">
      <a:defRPr sz="1705" kern="1200">
        <a:solidFill>
          <a:schemeClr val="tx1"/>
        </a:solidFill>
        <a:latin typeface="+mn-lt"/>
        <a:ea typeface="+mn-ea"/>
        <a:cs typeface="+mn-cs"/>
      </a:defRPr>
    </a:lvl4pPr>
    <a:lvl5pPr marL="2598725" algn="l" defTabSz="1299362" rtl="0" eaLnBrk="1" latinLnBrk="0" hangingPunct="1">
      <a:defRPr sz="1705" kern="1200">
        <a:solidFill>
          <a:schemeClr val="tx1"/>
        </a:solidFill>
        <a:latin typeface="+mn-lt"/>
        <a:ea typeface="+mn-ea"/>
        <a:cs typeface="+mn-cs"/>
      </a:defRPr>
    </a:lvl5pPr>
    <a:lvl6pPr marL="3248406" algn="l" defTabSz="1299362" rtl="0" eaLnBrk="1" latinLnBrk="0" hangingPunct="1">
      <a:defRPr sz="1705" kern="1200">
        <a:solidFill>
          <a:schemeClr val="tx1"/>
        </a:solidFill>
        <a:latin typeface="+mn-lt"/>
        <a:ea typeface="+mn-ea"/>
        <a:cs typeface="+mn-cs"/>
      </a:defRPr>
    </a:lvl6pPr>
    <a:lvl7pPr marL="3898087" algn="l" defTabSz="1299362" rtl="0" eaLnBrk="1" latinLnBrk="0" hangingPunct="1">
      <a:defRPr sz="1705" kern="1200">
        <a:solidFill>
          <a:schemeClr val="tx1"/>
        </a:solidFill>
        <a:latin typeface="+mn-lt"/>
        <a:ea typeface="+mn-ea"/>
        <a:cs typeface="+mn-cs"/>
      </a:defRPr>
    </a:lvl7pPr>
    <a:lvl8pPr marL="4547768" algn="l" defTabSz="1299362" rtl="0" eaLnBrk="1" latinLnBrk="0" hangingPunct="1">
      <a:defRPr sz="1705" kern="1200">
        <a:solidFill>
          <a:schemeClr val="tx1"/>
        </a:solidFill>
        <a:latin typeface="+mn-lt"/>
        <a:ea typeface="+mn-ea"/>
        <a:cs typeface="+mn-cs"/>
      </a:defRPr>
    </a:lvl8pPr>
    <a:lvl9pPr marL="5197450" algn="l" defTabSz="1299362" rtl="0" eaLnBrk="1" latinLnBrk="0" hangingPunct="1">
      <a:defRPr sz="170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49500" y="1143000"/>
            <a:ext cx="2159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BC17-41E8-4BD1-8861-019F81FD64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66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992968"/>
            <a:ext cx="10881360" cy="6366933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9605435"/>
            <a:ext cx="9601200" cy="4415365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CFE3-66DB-4E77-9EDE-D2960C86111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CE0D-9DFC-49E2-A708-318DB2565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71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CFE3-66DB-4E77-9EDE-D2960C86111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CE0D-9DFC-49E2-A708-318DB2565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0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4559305"/>
            <a:ext cx="11041380" cy="7607299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12238572"/>
            <a:ext cx="11041380" cy="4000499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CFE3-66DB-4E77-9EDE-D2960C86111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CE0D-9DFC-49E2-A708-318DB2565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4868333"/>
            <a:ext cx="544068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4868333"/>
            <a:ext cx="544068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CFE3-66DB-4E77-9EDE-D2960C86111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CE0D-9DFC-49E2-A708-318DB2565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47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973671"/>
            <a:ext cx="1104138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4483101"/>
            <a:ext cx="5415676" cy="2197099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6680200"/>
            <a:ext cx="5415676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4483101"/>
            <a:ext cx="5442347" cy="2197099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6680200"/>
            <a:ext cx="5442347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CFE3-66DB-4E77-9EDE-D2960C86111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CE0D-9DFC-49E2-A708-318DB2565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57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CFE3-66DB-4E77-9EDE-D2960C86111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CE0D-9DFC-49E2-A708-318DB2565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7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CFE3-66DB-4E77-9EDE-D2960C86111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CE0D-9DFC-49E2-A708-318DB2565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36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1219200"/>
            <a:ext cx="4128849" cy="426720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2633138"/>
            <a:ext cx="6480810" cy="12996333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5486400"/>
            <a:ext cx="4128849" cy="10164235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CFE3-66DB-4E77-9EDE-D2960C86111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CE0D-9DFC-49E2-A708-318DB2565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8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1219200"/>
            <a:ext cx="4128849" cy="426720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2633138"/>
            <a:ext cx="6480810" cy="12996333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5486400"/>
            <a:ext cx="4128849" cy="10164235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CFE3-66DB-4E77-9EDE-D2960C86111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CE0D-9DFC-49E2-A708-318DB2565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CFE3-66DB-4E77-9EDE-D2960C86111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CE0D-9DFC-49E2-A708-318DB2565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973667"/>
            <a:ext cx="2760345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973667"/>
            <a:ext cx="8121015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CFE3-66DB-4E77-9EDE-D2960C86111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2CE0D-9DFC-49E2-A708-318DB2565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92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973671"/>
            <a:ext cx="1104138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4868333"/>
            <a:ext cx="1104138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16950271"/>
            <a:ext cx="288036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66CFE3-66DB-4E77-9EDE-D2960C86111C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16950271"/>
            <a:ext cx="432054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16950271"/>
            <a:ext cx="288036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42CE0D-9DFC-49E2-A708-318DB2565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587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D8F8D24-51D6-756F-805C-67EE4E1F82A6}"/>
              </a:ext>
            </a:extLst>
          </p:cNvPr>
          <p:cNvSpPr/>
          <p:nvPr/>
        </p:nvSpPr>
        <p:spPr>
          <a:xfrm>
            <a:off x="2201604" y="324395"/>
            <a:ext cx="8982601" cy="99393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Scale Multi-modal Pretraining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91B68F-F0AD-CB65-A92A-2C8163CB133F}"/>
              </a:ext>
            </a:extLst>
          </p:cNvPr>
          <p:cNvSpPr/>
          <p:nvPr/>
        </p:nvSpPr>
        <p:spPr>
          <a:xfrm>
            <a:off x="4321847" y="1936077"/>
            <a:ext cx="4742106" cy="89640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Image-Text data 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A310D7-A84C-4A9C-6817-4CEEBE51D01B}"/>
              </a:ext>
            </a:extLst>
          </p:cNvPr>
          <p:cNvSpPr/>
          <p:nvPr/>
        </p:nvSpPr>
        <p:spPr>
          <a:xfrm>
            <a:off x="1054105" y="3474041"/>
            <a:ext cx="11277599" cy="92386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45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35B25B-CE2F-03E5-5900-FF6AE3BA1E03}"/>
              </a:ext>
            </a:extLst>
          </p:cNvPr>
          <p:cNvSpPr/>
          <p:nvPr/>
        </p:nvSpPr>
        <p:spPr>
          <a:xfrm>
            <a:off x="2005200" y="3827584"/>
            <a:ext cx="3875372" cy="162699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Vision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Encoder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7F734D-9B90-478C-D4A3-4892AC73401F}"/>
              </a:ext>
            </a:extLst>
          </p:cNvPr>
          <p:cNvSpPr/>
          <p:nvPr/>
        </p:nvSpPr>
        <p:spPr>
          <a:xfrm>
            <a:off x="7482149" y="3827584"/>
            <a:ext cx="3529912" cy="169122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Text 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Encoder 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CFAD1AD-5CC2-4C0A-B409-58FAFF7E6C72}"/>
              </a:ext>
            </a:extLst>
          </p:cNvPr>
          <p:cNvSpPr/>
          <p:nvPr/>
        </p:nvSpPr>
        <p:spPr>
          <a:xfrm>
            <a:off x="1832476" y="6403504"/>
            <a:ext cx="4220829" cy="18393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Embedding 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76D793-F0CF-5DC1-5984-4BD8A47DC51B}"/>
              </a:ext>
            </a:extLst>
          </p:cNvPr>
          <p:cNvSpPr/>
          <p:nvPr/>
        </p:nvSpPr>
        <p:spPr>
          <a:xfrm>
            <a:off x="7188673" y="6390889"/>
            <a:ext cx="4132577" cy="183939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</a:p>
          <a:p>
            <a:pPr algn="ctr"/>
            <a:r>
              <a:rPr lang="en-US" sz="34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A8A5E3-4DA5-B549-F8E4-D18B65C4F9C2}"/>
              </a:ext>
            </a:extLst>
          </p:cNvPr>
          <p:cNvSpPr/>
          <p:nvPr/>
        </p:nvSpPr>
        <p:spPr>
          <a:xfrm>
            <a:off x="4517504" y="9310871"/>
            <a:ext cx="4351966" cy="14433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Representation  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FB7EBCE-FDB8-F698-BB19-DD4FB4977DAB}"/>
              </a:ext>
            </a:extLst>
          </p:cNvPr>
          <p:cNvSpPr/>
          <p:nvPr/>
        </p:nvSpPr>
        <p:spPr>
          <a:xfrm>
            <a:off x="5125929" y="11244225"/>
            <a:ext cx="3175436" cy="125983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6ED366E-1E1A-B664-CB62-894D897E6C36}"/>
              </a:ext>
            </a:extLst>
          </p:cNvPr>
          <p:cNvSpPr/>
          <p:nvPr/>
        </p:nvSpPr>
        <p:spPr>
          <a:xfrm>
            <a:off x="5105183" y="13670032"/>
            <a:ext cx="3175436" cy="125983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456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Zero-shot Inference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A45D70-4CCC-6788-8794-AA421ED40895}"/>
              </a:ext>
            </a:extLst>
          </p:cNvPr>
          <p:cNvSpPr/>
          <p:nvPr/>
        </p:nvSpPr>
        <p:spPr>
          <a:xfrm>
            <a:off x="4342594" y="15855594"/>
            <a:ext cx="4742106" cy="138036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Predict Class </a:t>
            </a:r>
          </a:p>
        </p:txBody>
      </p:sp>
      <p:pic>
        <p:nvPicPr>
          <p:cNvPr id="30" name="Graphic 29" descr="Images with solid fill">
            <a:extLst>
              <a:ext uri="{FF2B5EF4-FFF2-40B4-BE49-F238E27FC236}">
                <a16:creationId xmlns:a16="http://schemas.microsoft.com/office/drawing/2014/main" id="{BB8AA7AD-1900-9CB4-ADBF-3BAE2CB6D7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52003" y="4247550"/>
            <a:ext cx="914400" cy="914400"/>
          </a:xfrm>
          <a:prstGeom prst="rect">
            <a:avLst/>
          </a:prstGeom>
        </p:spPr>
      </p:pic>
      <p:pic>
        <p:nvPicPr>
          <p:cNvPr id="32" name="Graphic 31" descr="Chat bubble with solid fill">
            <a:extLst>
              <a:ext uri="{FF2B5EF4-FFF2-40B4-BE49-F238E27FC236}">
                <a16:creationId xmlns:a16="http://schemas.microsoft.com/office/drawing/2014/main" id="{1275CE7D-7BD8-CB87-91CC-897B2F9B41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5216" y="4209089"/>
            <a:ext cx="1168038" cy="1168038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5E71A8-FCE6-31D7-6D50-5EDA37A28034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>
          <a:xfrm>
            <a:off x="6692901" y="14929870"/>
            <a:ext cx="20746" cy="925724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1A8A2F5-EA14-2137-9772-EBB192E1A562}"/>
              </a:ext>
            </a:extLst>
          </p:cNvPr>
          <p:cNvCxnSpPr>
            <a:stCxn id="5" idx="2"/>
            <a:endCxn id="22" idx="0"/>
          </p:cNvCxnSpPr>
          <p:nvPr/>
        </p:nvCxnSpPr>
        <p:spPr>
          <a:xfrm>
            <a:off x="6692901" y="12712706"/>
            <a:ext cx="0" cy="957331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AE7E733-EAD0-BC0F-00F1-AFD020B7719A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3942886" y="5454575"/>
            <a:ext cx="0" cy="948929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AD99CD4-73A7-2ABF-FDD8-5BFB9ADB3E41}"/>
              </a:ext>
            </a:extLst>
          </p:cNvPr>
          <p:cNvCxnSpPr>
            <a:endCxn id="13" idx="0"/>
          </p:cNvCxnSpPr>
          <p:nvPr/>
        </p:nvCxnSpPr>
        <p:spPr>
          <a:xfrm>
            <a:off x="9254961" y="5518805"/>
            <a:ext cx="1" cy="872089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E378069A-FCAF-E847-6A5D-26A6A935526D}"/>
              </a:ext>
            </a:extLst>
          </p:cNvPr>
          <p:cNvCxnSpPr>
            <a:stCxn id="11" idx="2"/>
            <a:endCxn id="17" idx="0"/>
          </p:cNvCxnSpPr>
          <p:nvPr/>
        </p:nvCxnSpPr>
        <p:spPr>
          <a:xfrm rot="16200000" flipH="1">
            <a:off x="4784203" y="7401586"/>
            <a:ext cx="1067977" cy="2750601"/>
          </a:xfrm>
          <a:prstGeom prst="bentConnector3">
            <a:avLst>
              <a:gd name="adj1" fmla="val 50001"/>
            </a:avLst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C49EAFE-587A-8AFA-EC5D-E49D1E237D4C}"/>
              </a:ext>
            </a:extLst>
          </p:cNvPr>
          <p:cNvCxnSpPr>
            <a:stCxn id="13" idx="2"/>
            <a:endCxn id="17" idx="0"/>
          </p:cNvCxnSpPr>
          <p:nvPr/>
        </p:nvCxnSpPr>
        <p:spPr>
          <a:xfrm rot="5400000">
            <a:off x="7433928" y="7489842"/>
            <a:ext cx="1080588" cy="2561470"/>
          </a:xfrm>
          <a:prstGeom prst="bentConnector3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D38C27E-7B3C-BBAB-EB0F-EFB4A010E739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6692905" y="2832481"/>
            <a:ext cx="1" cy="64156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2840DE1-2908-2859-7858-E3951C5033A1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6692900" y="1318333"/>
            <a:ext cx="0" cy="617744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7" name="Graphic 86" descr="Social network with solid fill">
            <a:extLst>
              <a:ext uri="{FF2B5EF4-FFF2-40B4-BE49-F238E27FC236}">
                <a16:creationId xmlns:a16="http://schemas.microsoft.com/office/drawing/2014/main" id="{D71CF396-E2A9-C69F-754C-E5C2C11F9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7504" y="160885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36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27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tadnan</dc:creator>
  <cp:lastModifiedBy>tadnan</cp:lastModifiedBy>
  <cp:revision>27</cp:revision>
  <dcterms:created xsi:type="dcterms:W3CDTF">2026-08-21T07:19:16Z</dcterms:created>
  <dcterms:modified xsi:type="dcterms:W3CDTF">2026-08-21T07:49:21Z</dcterms:modified>
</cp:coreProperties>
</file>