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418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347E-642C-E8BE-F5E1-FA59A03F7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8E1917-9654-2744-F216-BFB473B14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85723-50FA-B052-F337-3F3D7798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9F7D-155F-4D11-BA2C-0960A823007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486F0-E471-363A-94C7-38C8C482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A52D3-C5FB-B685-3355-89E0AC6E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EE84-3EBC-4798-9BE8-67F6FF868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31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964D-1E1D-1905-BFA2-118EB174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6CD27-A9A1-7D8B-1842-79EFC1A04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51368-74A1-A2C9-6C5F-95603324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9F7D-155F-4D11-BA2C-0960A823007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D817C-BDF1-125E-CC31-BEC4D0DC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3EE3C-5FCF-4098-55AE-E4D84473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EE84-3EBC-4798-9BE8-67F6FF868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7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30FDB-D228-22F0-98E1-617C826DA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89601-E658-44D1-B8A5-D58E111BF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E1B10-C4A8-B5B1-D6D1-1708EEF0D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9F7D-155F-4D11-BA2C-0960A823007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6E3F5-A22D-285C-9A06-905EC1E31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016BD-84E4-6897-00B5-9BBD506F5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EE84-3EBC-4798-9BE8-67F6FF868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45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6AC99-DFC2-722F-9CB0-307888F8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2C1E-0195-5D3C-D045-08BFF3F8F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DC93C-8947-4DCF-A540-B092360AC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05294-5870-F84B-E4ED-E31754203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9F7D-155F-4D11-BA2C-0960A823007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51636-1E10-025A-23ED-1E775DC1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32AE5-8AD2-05B3-CA34-49290DD2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EE84-3EBC-4798-9BE8-67F6FF868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0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6C4FE-89A9-7DF0-1AE6-F49F8F267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21D4-AFE3-1FB5-C9C6-444BD5578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7E945-3A46-1870-92B7-77FB5232A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7B3C0D-870C-2D1A-C684-E7368647C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0787F-1B73-47F5-68BE-AB9509ABF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1F293-10C3-A5BE-CA48-B588FB7F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9F7D-155F-4D11-BA2C-0960A823007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2AECB-0310-CC91-5123-71F57AED5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872B4E-1241-F240-0A52-5D74367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EE84-3EBC-4798-9BE8-67F6FF868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8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3A58-7A47-37BD-0E22-DD559192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4EFA8-7E03-F4C9-7B67-A477FF9FE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9F7D-155F-4D11-BA2C-0960A823007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43BFB-9419-9B8D-E2AB-A68E3A5B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81E13-49CE-888D-9D0C-26B746CB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EE84-3EBC-4798-9BE8-67F6FF868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9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64398-D68A-E709-42BC-1C3EFA003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9F7D-155F-4D11-BA2C-0960A823007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18528-FF71-4AA2-5308-5044F9EDC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78DB8-91FA-3EB7-6691-7AA338E2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EE84-3EBC-4798-9BE8-67F6FF868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84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0460-D2DD-4284-7E7D-8D7C6B69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D6F13-C562-D836-B582-4E5CB2E41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FCC8E-BE1A-B3C4-A11E-82BF23F49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1357C-1EC5-2586-3E71-49A6FB803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9F7D-155F-4D11-BA2C-0960A823007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36F65-FC01-7944-8F0B-39D28A18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5C32A-8376-BBD4-A25C-DAAD93D3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EE84-3EBC-4798-9BE8-67F6FF868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4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910C4-A857-32C4-F079-A2AFADAAF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FB5C19-B332-4560-07EE-53F35907F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45905-9D37-C9FF-5842-524D37A9A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BA330-D82D-229C-8A4B-7D86884B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9F7D-155F-4D11-BA2C-0960A823007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98E72-B165-3974-EC2E-8BDAA092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03ADA-5541-64D9-54CD-0975C71F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EE84-3EBC-4798-9BE8-67F6FF868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27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F0DC-DA82-3E5F-1AF7-896CD20D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E9905-43E6-C3FE-37BC-FDD88B7E6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7C082-04C7-D6D7-B587-1B30F75B0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9F7D-155F-4D11-BA2C-0960A823007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04804-BE92-1501-972C-EA66A2471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7F58C-B4D2-F0F7-C46B-4ACB51F3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EE84-3EBC-4798-9BE8-67F6FF868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28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9529C1-EC1C-B5B7-4618-D5013138B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57CAF3-BE21-FEB4-E2CB-5A62E6D35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26C41-6D61-CCCC-DF01-6879A738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9F7D-155F-4D11-BA2C-0960A823007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0F459-EF04-F793-7D6A-50F59F4D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56661-A12F-5F60-66AB-25123FE7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EE84-3EBC-4798-9BE8-67F6FF868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19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79FB77-A17E-772D-E69F-4BA561497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F29E4-4250-551A-9FE7-AC4A0FE24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7B3A9-2B17-79D9-0747-8487CD8DB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09F7D-155F-4D11-BA2C-0960A823007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CFAA2-F919-A633-FABF-DDDA86F7E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95A73-E8F3-2DBD-432B-0CD9A07DB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22EE84-3EBC-4798-9BE8-67F6FF868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2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515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tadnan</dc:creator>
  <cp:lastModifiedBy>tadnan</cp:lastModifiedBy>
  <cp:revision>1</cp:revision>
  <dcterms:created xsi:type="dcterms:W3CDTF">2026-08-22T22:11:48Z</dcterms:created>
  <dcterms:modified xsi:type="dcterms:W3CDTF">2026-08-22T22:13:39Z</dcterms:modified>
</cp:coreProperties>
</file>